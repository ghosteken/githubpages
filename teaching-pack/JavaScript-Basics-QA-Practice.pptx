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Basics — Q&amp;A and Practice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slide.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332720" y="822960"/>
            <a:ext cx="1280160" cy="1280160"/>
          </a:xfrm>
          <a:prstGeom prst="ellipse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JavaScript mainly used for on websites?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structure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the website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behavior and interaction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files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language is used to create the structure of a webpage?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language is used to style a webpage (colors, fonts, layout)?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add JavaScript to an HTML page?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&lt;style&gt; tag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&lt;script&gt; tag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&lt;js&gt; tag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can't be added to HTML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keyword is used to create a variable in modern JavaScript?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console.log("5" + 3) print?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 type is true?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symbol starts a single-line comment in JavaScript?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&lt;!--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console.log() 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 variable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message to the console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webpage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an element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let age = 15; an example of?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these is a valid array?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fruits = ("apple", "banana");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fruits = {"apple", "banana"};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fruits = ["apple", "banana"];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fruits = &lt;apple, banana&gt;;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index of the first item in an array?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index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an if statement 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code many times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value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only when a condition is true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text to the console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 mainly used for?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 single number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text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 you can run whenever needed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HTML elements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function greet(name) { ... }, what is name?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for loop 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of code one 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 block of code multiple times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multiple values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function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event fires when a user clicks a button?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"load"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"click"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"scroll"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"hover"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document.getElementById("title") 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element with id title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element with id title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returns the element with id title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page's title bar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.textContent let you do to an element?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its color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text inside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 from the page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on the page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best describes an "object" in very simple terms?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9946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8633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values in order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7320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1772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information stored as labeled properties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C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6007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86400"/>
            <a:ext cx="967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loop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or False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can respond when a user clicks a button.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is responsible for styling colors and fonts.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declared with let can never change its value.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must be wrapped in quotation marks.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=== "5" and 5 == "5" always behave exactly the same way.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can hold more than one value in a single variable.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only runs when it is called (invoked).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console.log() shows a message to the website's visitors, not just the developer.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are useful for repeating a task without writing the same code many times.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2377440"/>
          </a:xfrm>
          <a:prstGeom prst="roundRect">
            <a:avLst>
              <a:gd name="adj" fmla="val 5385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994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if/else lets a program choose between two different actions.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26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8026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60236" y="466344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</a:t>
            </a:r>
            <a:endParaRPr lang="en-US" sz="3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3;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 + y);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"Alex";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console.log("Hi " + name + "!");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10;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4;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 &gt; b);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colors = ["red", "green", "blue"];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console.log(colors[1]);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40;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50)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console.log("Pass");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console.log("Fail");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3; i++)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this code print?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double(num)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console.log(num * 2);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double(6);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Problem</a:t>
            </a:r>
            <a:endParaRPr lang="en-US" sz="3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code?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15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console.log(age)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code?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Daniel;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console.log(name);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code?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50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console.log("Pass");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code?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 " + name);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greet("Sam");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code?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 "banana", "mango"];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console.log(fruits[3]);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code?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8686800" cy="3931920"/>
          </a:xfrm>
          <a:prstGeom prst="roundRect">
            <a:avLst>
              <a:gd name="adj" fmla="val 3256"/>
            </a:avLst>
          </a:prstGeom>
          <a:solidFill>
            <a:srgbClr val="2328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377440"/>
            <a:ext cx="7955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5, i++) {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Coding Challenges</a:t>
            </a:r>
            <a:endParaRPr lang="en-US" sz="3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variable containing your name.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your age using console.log().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two numbers together and print the result.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simple if/else: check if a variable called isSunny is true or false and print a matching message.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function that says hello (no parameters needed).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function that takes a name parameter and greets that person.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array containing three of your favorite foods.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each item in your foods array using a loop.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variable that stores a boolean, then use it in an if statement.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3291840"/>
          </a:xfrm>
          <a:prstGeom prst="roundRect">
            <a:avLst>
              <a:gd name="adj" fmla="val 3889"/>
            </a:avLst>
          </a:prstGeom>
          <a:solidFill>
            <a:srgbClr val="FCEF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981151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JavaScript that would make a button with id="myButton" change some text on the page to "You clicked me!" when clicked.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2026-08-23T18:03:05Z</dcterms:created>
  <dcterms:modified xsi:type="dcterms:W3CDTF">2026-08-23T18:03:05Z</dcterms:modified>
</cp:coreProperties>
</file>